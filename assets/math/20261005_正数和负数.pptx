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学习材料 1 · 认识正数、负数和零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20261005_正数和负数  · 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10698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大于 0 的数叫作正数，例如 3、0.5、1/2。在正数前加上负号得到负数，例如 −3、−0.5、−1/2。正数前的＋可以省略。0 既不是正数，也不是负数。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53035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读完后用自己的话说明规则，再完成后面的单选题。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每题填写答案，并写出依据、步骤或画图。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学习材料 2 · 先规定，再记录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20261005_正数和负数  · 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10698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正负数可以表示意义相反的量。规定收入为正，支出就为负；规定向东为正，向西就为负。正负号的含义取决于规定，负数不一定表示数量减少。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53035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读完后用自己的话说明规则，再完成后面的单选题。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每题填写答案，并写出依据、步骤或画图。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学习材料 3 · 偏差与实际数量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20261005_正数和负数  · 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10698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 20℃ 为标准，高于标准记为正，低于标准记为负。实际温度 23℃ 记为＋3℃，18℃ 记为−2℃，20℃ 记为 0℃。偏差为 0 表示与标准相同，不是实际温度为零。改变标准或正方向后，要重新判断记录。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53035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读完后用自己的话说明规则，再完成后面的单选题。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每题填写答案，并写出依据、步骤或画图。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题 · 基础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20261005_正数和负数  · 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09728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下列哪个数是负数？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77240" y="20116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A. 0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126480" y="20116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B. ＋0.5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C. −1/2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126480" y="26060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D. 3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3291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我的答案：________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77240" y="3794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依据与解题步骤（可插入公式、画图）：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4251960"/>
            <a:ext cx="105156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题 · 基础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20261005_正数和负数  · 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09728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下列说法正确的是？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77240" y="20116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A. 0 是正数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126480" y="20116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B. 0 是负数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C. 3 与＋3 表示同一个数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126480" y="26060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D. 没有＋号的数都是负数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3291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我的答案：________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77240" y="3794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依据与解题步骤（可插入公式、画图）：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4251960"/>
            <a:ext cx="105156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题 · 巩固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20261005_正数和负数  ·  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09728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规定向西为正，记录−15米表示什么？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77240" y="20116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A. 向西15米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126480" y="20116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B. 向东15米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C. 向西−15米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126480" y="26060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D. 没有移动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3291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我的答案：________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77240" y="3794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依据与解题步骤（可插入公式、画图）：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4251960"/>
            <a:ext cx="105156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 题 · 巩固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20261005_正数和负数  ·  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09728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按材料中的温度规则，偏差为0℃时，实际温度是多少？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77240" y="20116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A. 0℃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126480" y="20116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B. −20℃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C. 无法确定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126480" y="26060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D. 20℃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3291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我的答案：________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77240" y="3794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依据与解题步骤（可插入公式、画图）：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4251960"/>
            <a:ext cx="105156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5 题 · 巩固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20261005_正数和负数  ·  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09728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按材料中的温度规则，记录−4℃时，实际温度是多少？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77240" y="20116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A. −4℃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126480" y="20116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B. 16℃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C. 24℃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126480" y="26060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D. 4℃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3291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我的答案：________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77240" y="3794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依据与解题步骤（可插入公式、画图）：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4251960"/>
            <a:ext cx="105156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6 题 · 挑战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20261005_正数和负数  ·  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09728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金属棒以100厘米为标准记录为＋3厘米。改以105厘米为标准，仍以超过标准为正，应记为？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77240" y="20116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A. ＋2厘米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126480" y="20116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B. −2厘米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C. ＋3厘米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126480" y="26060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D. −3厘米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3291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我的答案：________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77240" y="3794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依据与解题步骤（可插入公式、画图）：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4251960"/>
            <a:ext cx="105156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7 题 · 挑战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20261005_正数和负数  · 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09728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实际温度18℃，改以15℃为标准，且规定低于标准为正、高于标准为负，应记录为？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77240" y="20116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A. ＋3℃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126480" y="20116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B. −3℃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C. ＋2℃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126480" y="26060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D. −2℃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3291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我的答案：________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77240" y="3794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依据与解题步骤（可插入公式、画图）：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4251960"/>
            <a:ext cx="105156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720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20261005_正数和负数</dc:title>
  <dc:subject>正数和负数</dc:subject>
  <dc:creator>每日数学</dc:creator>
  <cp:lastModifiedBy>每日数学</cp:lastModifiedBy>
  <cp:revision>1</cp:revision>
  <dcterms:created xsi:type="dcterms:W3CDTF">2026-10-05T05:36:24Z</dcterms:created>
  <dcterms:modified xsi:type="dcterms:W3CDTF">2026-10-05T05:36:24Z</dcterms:modified>
</cp:coreProperties>
</file>