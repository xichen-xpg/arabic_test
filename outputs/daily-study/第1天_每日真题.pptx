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2015年北京市中考语文试题 · 基础选择题 第1、2、3、4、5、6、8题
题目文件：data/exam-study/questions/chinese-5c1aca4e4792dfe5-01.html
原卷文件及SHA256见data/exam-study/bank.json的sources。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2014年北京市中考数学试题 · 选择题 第1、2、3、4、5题
题目文件：data/exam-study/questions/math-648ed4292d3dbf78-01.html
原卷文件及SHA256见data/exam-study/bank.json的sources。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2015年北京市中考英语试题 · 单项填空 第21、22、23、24、25、26、27、28、29、30题
题目文件：data/exam-study/questions/english-7d2d946f4b37f01f-01.html
原卷文件及SHA256见data/exam-study/bank.json的sources。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2015年北京市中考物理试题 · 选择题 第1、2、3、4、5题
题目文件：data/exam-study/questions/physics-0a7e660fe0460d89-01.html
原卷文件及SHA256见data/exam-study/bank.json的sources。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2015年北京市中考化学真题 · 选择题 第1、2、3、4、5题
题目文件：data/exam-study/questions/chemistry-04614786fa007a2c-01.html
原卷文件及SHA256见data/exam-study/bank.json的sources。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2017年北京市海淀区中考生物试题 · 选择题 第1、2、3、4、5题
题目文件：data/exam-study/questions/biology-a0a1bddd2b24cfeb-01.html
原卷文件及SHA256见data/exam-study/bank.json的sources。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2018年北京市中考政治试题 · 选择题 第1、2、3、4、5题
题目文件：data/exam-study/questions/politics-c4b172e74efdb9ad-01.html
原卷文件及SHA256见data/exam-study/bank.json的sources。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2015年北京市西城区中考历史试题 · 选择题 第1、2、3、4、5题
题目文件：data/exam-study/questions/history-b259b232b5e54a50-01.html
原卷文件及SHA256见data/exam-study/bank.json的sources。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2018年北京市中考地理真题 · 选择题 第1、2、3、4、5题
题目文件：data/exam-study/questions/geography-a9989e10a89a0533-01.html
原卷文件及SHA256见data/exam-study/bank.json的sources。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真题检查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6473952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第1天  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96012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2015年北京市中考语文试题 · 基础选择题 第1、2、3、4、5、6、8题</a:t>
            </a:r>
            <a:endParaRPr lang="en-US" sz="1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417320"/>
            <a:ext cx="5212080" cy="397421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096030" y="320040"/>
            <a:ext cx="0" cy="5943600"/>
          </a:xfrm>
          <a:prstGeom prst="line">
            <a:avLst/>
          </a:prstGeom>
          <a:noFill/>
          <a:ln w="12700">
            <a:solidFill>
              <a:srgbClr val="D5DDD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0" y="41148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我的答案与依据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400800" y="1097280"/>
            <a:ext cx="521208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在此输入答案、步骤或插入公式与图形。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 · 真题检查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6473952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第1天  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96012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2014年北京市中考数学试题 · 选择题 第1、2、3、4、5题</a:t>
            </a:r>
            <a:endParaRPr lang="en-US" sz="1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417320"/>
            <a:ext cx="4624351" cy="48463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096030" y="320040"/>
            <a:ext cx="0" cy="5943600"/>
          </a:xfrm>
          <a:prstGeom prst="line">
            <a:avLst/>
          </a:prstGeom>
          <a:noFill/>
          <a:ln w="12700">
            <a:solidFill>
              <a:srgbClr val="D5DDD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0" y="41148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我的答案与依据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400800" y="1097280"/>
            <a:ext cx="521208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在此输入答案、步骤或插入公式与图形。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英语 · 真题检查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6473952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第1天  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96012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2015年北京市中考英语试题 · 单项填空 第21、22、23、24、25、26、27、28、29、30题</a:t>
            </a:r>
            <a:endParaRPr lang="en-US" sz="1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417320"/>
            <a:ext cx="4677915" cy="48463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096030" y="320040"/>
            <a:ext cx="0" cy="5943600"/>
          </a:xfrm>
          <a:prstGeom prst="line">
            <a:avLst/>
          </a:prstGeom>
          <a:noFill/>
          <a:ln w="12700">
            <a:solidFill>
              <a:srgbClr val="D5DDD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0" y="41148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我的答案与依据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400800" y="1097280"/>
            <a:ext cx="521208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在此输入答案、步骤或插入公式与图形。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真题检查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6473952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第1天  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96012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2015年北京市中考物理试题 · 选择题 第1、2、3、4、5题</a:t>
            </a:r>
            <a:endParaRPr lang="en-US" sz="1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417320"/>
            <a:ext cx="3114602" cy="48463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096030" y="320040"/>
            <a:ext cx="0" cy="5943600"/>
          </a:xfrm>
          <a:prstGeom prst="line">
            <a:avLst/>
          </a:prstGeom>
          <a:noFill/>
          <a:ln w="12700">
            <a:solidFill>
              <a:srgbClr val="D5DDD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0" y="41148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我的答案与依据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400800" y="1097280"/>
            <a:ext cx="521208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在此输入答案、步骤或插入公式与图形。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化学 · 真题检查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6473952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第1天  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96012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2015年北京市中考化学真题 · 选择题 第1、2、3、4、5题</a:t>
            </a:r>
            <a:endParaRPr lang="en-US" sz="1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417320"/>
            <a:ext cx="5212080" cy="366409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096030" y="320040"/>
            <a:ext cx="0" cy="5943600"/>
          </a:xfrm>
          <a:prstGeom prst="line">
            <a:avLst/>
          </a:prstGeom>
          <a:noFill/>
          <a:ln w="12700">
            <a:solidFill>
              <a:srgbClr val="D5DDD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0" y="41148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我的答案与依据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400800" y="1097280"/>
            <a:ext cx="521208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在此输入答案、步骤或插入公式与图形。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生物 · 真题检查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6473952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第1天  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96012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2017年北京市海淀区中考生物试题 · 选择题 第1、2、3、4、5题</a:t>
            </a:r>
            <a:endParaRPr lang="en-US" sz="1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417320"/>
            <a:ext cx="5212080" cy="398202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096030" y="320040"/>
            <a:ext cx="0" cy="5943600"/>
          </a:xfrm>
          <a:prstGeom prst="line">
            <a:avLst/>
          </a:prstGeom>
          <a:noFill/>
          <a:ln w="12700">
            <a:solidFill>
              <a:srgbClr val="D5DDD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0" y="41148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我的答案与依据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400800" y="1097280"/>
            <a:ext cx="521208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在此输入答案、步骤或插入公式与图形。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道德与法治 · 真题检查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6473952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第1天  7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96012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2018年北京市中考政治试题 · 选择题 第1、2、3、4、5题</a:t>
            </a:r>
            <a:endParaRPr lang="en-US" sz="1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417320"/>
            <a:ext cx="3946515" cy="48463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096030" y="320040"/>
            <a:ext cx="0" cy="5943600"/>
          </a:xfrm>
          <a:prstGeom prst="line">
            <a:avLst/>
          </a:prstGeom>
          <a:noFill/>
          <a:ln w="12700">
            <a:solidFill>
              <a:srgbClr val="D5DDD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0" y="41148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我的答案与依据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400800" y="1097280"/>
            <a:ext cx="521208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在此输入答案、步骤或插入公式与图形。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 · 真题检查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6473952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第1天  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96012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2015年北京市西城区中考历史试题 · 选择题 第1、2、3、4、5题</a:t>
            </a:r>
            <a:endParaRPr lang="en-US" sz="1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417320"/>
            <a:ext cx="5212080" cy="461790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096030" y="320040"/>
            <a:ext cx="0" cy="5943600"/>
          </a:xfrm>
          <a:prstGeom prst="line">
            <a:avLst/>
          </a:prstGeom>
          <a:noFill/>
          <a:ln w="12700">
            <a:solidFill>
              <a:srgbClr val="D5DDD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0" y="41148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我的答案与依据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400800" y="1097280"/>
            <a:ext cx="521208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在此输入答案、步骤或插入公式与图形。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地理 · 真题检查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6473952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第1天  9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96012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2018年北京市中考地理真题 · 选择题 第1、2、3、4、5题</a:t>
            </a:r>
            <a:endParaRPr lang="en-US" sz="1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417320"/>
            <a:ext cx="5212080" cy="473256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096030" y="320040"/>
            <a:ext cx="0" cy="5943600"/>
          </a:xfrm>
          <a:prstGeom prst="line">
            <a:avLst/>
          </a:prstGeom>
          <a:noFill/>
          <a:ln w="12700">
            <a:solidFill>
              <a:srgbClr val="D5DDD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0" y="41148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我的答案与依据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400800" y="1097280"/>
            <a:ext cx="521208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在此输入答案、步骤或插入公式与图形。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第1天</dc:title>
  <dc:subject>中考真题</dc:subject>
  <dc:creator>PPT</dc:creator>
  <cp:lastModifiedBy>PPT</cp:lastModifiedBy>
  <cp:revision>1</cp:revision>
  <dcterms:created xsi:type="dcterms:W3CDTF">2026-10-27T16:56:13Z</dcterms:created>
  <dcterms:modified xsi:type="dcterms:W3CDTF">2026-10-27T16:56:13Z</dcterms:modified>
</cp:coreProperties>
</file>