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2014年北京市中考数学试题 · 选择题 第1、2、3、4、5题
题目文件：data/exam-study/questions/math-648ed4292d3dbf78-01.html
原卷文件及SHA256见data/exam-study/bank.json的sources。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2015年北京市中考英语试题 · 单项填空 第21、22、23、24、25、26、27、28、29、30题
题目文件：data/exam-study/questions/english-7d2d946f4b37f01f-01.html
原卷文件及SHA256见data/exam-study/bank.json的sources。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2015年北京市中考物理试题 · 选择题 第1、2、3、4、5题
题目文件：data/exam-study/questions/physics-0a7e660fe0460d89-01.html
原卷文件及SHA256见data/exam-study/bank.json的sources。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2015年北京市中考化学真题 · 选择题 第1、2、3、4、5题
题目文件：data/exam-study/questions/chemistry-04614786fa007a2c-01.html
原卷文件及SHA256见data/exam-study/bank.json的sources。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2017年北京市海淀区中考生物试题 · 选择题 第1、2、3、4、5题
题目文件：data/exam-study/questions/biology-a0a1bddd2b24cfeb-01.html
原卷文件及SHA256见data/exam-study/bank.json的sources。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2015年北京市西城区中考历史试题 · 选择题 第1、2、3、4、5题
题目文件：data/exam-study/questions/history-b259b232b5e54a50-01.html
原卷文件及SHA256见data/exam-study/bank.json的sources。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真题检查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647395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第1天 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2014年北京市中考数学试题 · 选择题 第1、2、3、4、5题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4624351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6030" y="320040"/>
            <a:ext cx="0" cy="5943600"/>
          </a:xfrm>
          <a:prstGeom prst="line">
            <a:avLst/>
          </a:prstGeom>
          <a:noFill/>
          <a:ln w="12700">
            <a:solidFill>
              <a:srgbClr val="D5DD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411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我的答案与依据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0" y="1097280"/>
            <a:ext cx="52120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在此输入答案、步骤或插入公式与图形。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英语 · 真题检查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647395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第1天 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2015年北京市中考英语试题 · 单项填空 第21、22、23、24、25、26、27、28、29、30题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4677915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6030" y="320040"/>
            <a:ext cx="0" cy="5943600"/>
          </a:xfrm>
          <a:prstGeom prst="line">
            <a:avLst/>
          </a:prstGeom>
          <a:noFill/>
          <a:ln w="12700">
            <a:solidFill>
              <a:srgbClr val="D5DD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411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我的答案与依据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0" y="1097280"/>
            <a:ext cx="52120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在此输入答案、步骤或插入公式与图形。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真题检查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647395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第1天 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2015年北京市中考物理试题 · 选择题 第1、2、3、4、5题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3114602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6030" y="320040"/>
            <a:ext cx="0" cy="5943600"/>
          </a:xfrm>
          <a:prstGeom prst="line">
            <a:avLst/>
          </a:prstGeom>
          <a:noFill/>
          <a:ln w="12700">
            <a:solidFill>
              <a:srgbClr val="D5DD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411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我的答案与依据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0" y="1097280"/>
            <a:ext cx="52120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在此输入答案、步骤或插入公式与图形。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化学 · 真题检查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647395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第1天 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2015年北京市中考化学真题 · 选择题 第1、2、3、4、5题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5212080" cy="36640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6030" y="320040"/>
            <a:ext cx="0" cy="5943600"/>
          </a:xfrm>
          <a:prstGeom prst="line">
            <a:avLst/>
          </a:prstGeom>
          <a:noFill/>
          <a:ln w="12700">
            <a:solidFill>
              <a:srgbClr val="D5DD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411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我的答案与依据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0" y="1097280"/>
            <a:ext cx="52120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在此输入答案、步骤或插入公式与图形。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生物 · 真题检查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647395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第1天 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2017年北京市海淀区中考生物试题 · 选择题 第1、2、3、4、5题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5212080" cy="398202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6030" y="320040"/>
            <a:ext cx="0" cy="5943600"/>
          </a:xfrm>
          <a:prstGeom prst="line">
            <a:avLst/>
          </a:prstGeom>
          <a:noFill/>
          <a:ln w="12700">
            <a:solidFill>
              <a:srgbClr val="D5DD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411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我的答案与依据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0" y="1097280"/>
            <a:ext cx="52120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在此输入答案、步骤或插入公式与图形。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 · 真题检查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647395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第1天  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2015年北京市西城区中考历史试题 · 选择题 第1、2、3、4、5题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5212080" cy="46179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6030" y="320040"/>
            <a:ext cx="0" cy="5943600"/>
          </a:xfrm>
          <a:prstGeom prst="line">
            <a:avLst/>
          </a:prstGeom>
          <a:noFill/>
          <a:ln w="12700">
            <a:solidFill>
              <a:srgbClr val="D5DD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411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我的答案与依据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0" y="1097280"/>
            <a:ext cx="52120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在此输入答案、步骤或插入公式与图形。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第1天</dc:title>
  <dc:subject>中考真题</dc:subject>
  <dc:creator>PPT</dc:creator>
  <cp:lastModifiedBy>PPT</cp:lastModifiedBy>
  <cp:revision>1</cp:revision>
  <dcterms:created xsi:type="dcterms:W3CDTF">2026-10-27T19:47:45Z</dcterms:created>
  <dcterms:modified xsi:type="dcterms:W3CDTF">2026-10-27T19:47:45Z</dcterms:modified>
</cp:coreProperties>
</file>